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8364F-9B60-4F5B-94F5-AA09B045AA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3FD8CE-7BA3-4BB2-9A58-BDF4DA9A8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C8228-30C1-4716-AD2D-0CB133E45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23EC9-11F9-494C-B451-31D463255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C246D-D905-441D-A4A4-B9093D681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7130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7C9A2-9912-4D21-BAF3-DE1FF3CE9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439E6-5A7A-4681-AF5A-D91499416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175D5-2220-4499-B57F-262A5A90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53551-40C4-4858-B6A3-BD713A4FE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1B62-E86D-4E16-AFE6-17343492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928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964C1-1942-4187-8864-D2D7B4330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F72CC-AB1F-4BA6-8BDF-F91A9BDE4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BF974E-97B3-4A4B-ABD7-E80861E54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024652-8C07-4069-B562-6CBEF09FF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B29E0-A7CC-4301-B371-6D8852E9D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4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4F498-A997-4A4B-BB97-A6871FFF0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C15B0-B29E-4993-A0F7-D07B04CE1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FDEE9-ADF0-4BAD-A9E0-9269FDCF4E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73D13-33BB-4D3C-B149-4F04668A0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872BDE-39D1-4AC8-B12C-C18F4A76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6ED6B0-6475-42EF-91B6-15693D721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771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6BB07-55E4-46DB-A397-F46C8D8CE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FFC5F-FCB8-4578-810D-BB766F29A0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1E1BA-AFA1-45C8-8589-8F7E8C400F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B786E-1BB4-4C3E-83F5-8414F7DAA6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488442-157F-4DCA-A51B-6BB53C433D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68275E-BC8E-48AF-BE37-2C55796B1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692A70E-8121-4EBB-86E1-4885FE260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4AAB1C-E7E6-4621-9E7B-4EAB6271A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91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13E2D-3A03-4C21-AA10-D7029FA9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FD9CD9-7BA2-47C8-A89B-0AEB37F0B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99065-E5C5-4555-AD13-BE459FA32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5D2F1-405D-4864-93A7-F7BD0E5A2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2973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C7EC90-0851-4692-AAD1-4BB8D42F5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6CF393-C2BF-4E87-B2F2-5AB5A17F8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5CFA9-0979-4CCA-BD5B-BEA5A885C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824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9A846-C287-4299-960A-7EACA0B6D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918F4-08A1-4E72-8620-2046C541B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38B7A1-7F39-4AEF-93B2-5AAB2B85F9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DBA7E-CBA7-407A-AD16-3F4E5CE9F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E541F3-A316-4AD6-B4A9-A8E466476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8C40E-0474-4CA1-BAFB-06F5E3D28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573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611CC-4FDC-47CA-958B-766E30603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709C36-CB23-4775-9001-E697FA75A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402B5-F8A9-4BBB-8AC0-9A225012DE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72F95B-43EC-4FFF-96D6-79DF6D9E0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C1120E-EBE3-48D0-87A8-ABF318F99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C6F20F-984B-44DD-9730-E05C816DC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38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2FF00-C2A4-445D-A226-DD5EC39FD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45A8F7-8054-4534-8DA4-0E884B914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A7059-EF79-42F2-9BF7-1C273EC68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7B8EB-BE59-4686-B5E8-1811415EB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CF08B-D8B6-4EF6-824E-7F43026BA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794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6AFC8E-7787-47A7-AA56-1877B08A4B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D8FA8F-4D96-40B7-A004-9174F27AD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B24AD-9DED-4243-9F25-FAE9CEBF0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5F186-8C0D-4AE9-8A3A-4C4D55267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4BCB7-D53C-46F0-90E6-1C49112C5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6758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D40051-2D1D-4FD2-9D2E-91836858D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58B50-8A88-427C-A6B2-DF476E71D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F046B-CA76-41E3-BF62-480204A4EF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6BDB46-8C06-48D3-BD46-B1E0990EF745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8C4CB-141F-4113-8E53-8B0C17BEA2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A18AB8-85BA-47FA-A5A0-5942C4045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181EBA-D3A5-4E74-8B25-1E20D2B9B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8771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92DC6-E64F-4EDF-9E0B-ACEAAD2334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커리어 메모리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CDB7F4-F235-4582-9E89-7D14D1A6F6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개선 고도하</a:t>
            </a:r>
          </a:p>
        </p:txBody>
      </p:sp>
    </p:spTree>
    <p:extLst>
      <p:ext uri="{BB962C8B-B14F-4D97-AF65-F5344CB8AC3E}">
        <p14:creationId xmlns:p14="http://schemas.microsoft.com/office/powerpoint/2010/main" val="3929016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BC59E71-7062-4016-B3D4-05E78AF483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179" t="-263" r="19143"/>
          <a:stretch/>
        </p:blipFill>
        <p:spPr>
          <a:xfrm>
            <a:off x="139233" y="2048035"/>
            <a:ext cx="5101634" cy="36595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01D451-3814-4DAE-9FD6-B549AABAD59D}"/>
              </a:ext>
            </a:extLst>
          </p:cNvPr>
          <p:cNvSpPr txBox="1"/>
          <p:nvPr/>
        </p:nvSpPr>
        <p:spPr>
          <a:xfrm>
            <a:off x="270933" y="262467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26-10-06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F429D1-6F0D-4A94-80B9-5BE0580C43AC}"/>
              </a:ext>
            </a:extLst>
          </p:cNvPr>
          <p:cNvSpPr txBox="1"/>
          <p:nvPr/>
        </p:nvSpPr>
        <p:spPr>
          <a:xfrm>
            <a:off x="1404577" y="262467"/>
            <a:ext cx="1042335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/>
              <a:t>v2-conversation__scroll </a:t>
            </a:r>
            <a:r>
              <a:rPr lang="ko-KR" altLang="en-US" sz="1000" dirty="0"/>
              <a:t>영역 우측에 대화 내역의 카테고리 끼뿐으로 분류되는 스크롤 바 추가해줘</a:t>
            </a:r>
            <a:r>
              <a:rPr lang="en-US" altLang="ko-KR" sz="1000" dirty="0"/>
              <a:t>! </a:t>
            </a:r>
            <a:r>
              <a:rPr lang="ko-KR" altLang="en-US" sz="1000" dirty="0"/>
              <a:t>그 스크롤바에 마우스 올리면 해당 부분이 어떤 내용인지 알 수있도록 대화내용의 앞 부분이 살짝 보이고 </a:t>
            </a:r>
            <a:r>
              <a:rPr lang="en-US" altLang="ko-KR" sz="1000" dirty="0"/>
              <a:t>... </a:t>
            </a:r>
            <a:r>
              <a:rPr lang="ko-KR" altLang="en-US" sz="1000" dirty="0"/>
              <a:t>이런식으로 되도록 하면 좋을 것 같아</a:t>
            </a:r>
            <a:r>
              <a:rPr lang="en-US" altLang="ko-KR" sz="1000" dirty="0"/>
              <a:t>. </a:t>
            </a:r>
            <a:r>
              <a:rPr lang="ko-KR" altLang="en-US" sz="1000" dirty="0"/>
              <a:t>챗 </a:t>
            </a:r>
            <a:r>
              <a:rPr lang="en-US" altLang="ko-KR" sz="1000" dirty="0"/>
              <a:t>GPT</a:t>
            </a:r>
            <a:r>
              <a:rPr lang="ko-KR" altLang="en-US" sz="1000" dirty="0"/>
              <a:t>에서도 대화내용이 길어지면 스크롤할 양이 많아지고</a:t>
            </a:r>
            <a:r>
              <a:rPr lang="en-US" altLang="ko-KR" sz="1000" dirty="0"/>
              <a:t>, </a:t>
            </a:r>
            <a:r>
              <a:rPr lang="ko-KR" altLang="en-US" sz="1000" dirty="0"/>
              <a:t>그러면 사용자가 원하는 내용을 찾기 어려우니까 그런 가이드 역할을 해주는 누르면 바로 이동되는 스크롤바가 생기더라</a:t>
            </a:r>
            <a:r>
              <a:rPr lang="en-US" altLang="ko-KR" sz="1000" dirty="0"/>
              <a:t>! </a:t>
            </a:r>
            <a:r>
              <a:rPr lang="ko-KR" altLang="en-US" sz="1000" dirty="0"/>
              <a:t>그거 참고하면 어떤걸 내가 요구하는지 알 수 있을 거야</a:t>
            </a:r>
            <a:r>
              <a:rPr lang="en-US" altLang="ko-KR" sz="1000" dirty="0"/>
              <a:t>! </a:t>
            </a:r>
            <a:r>
              <a:rPr lang="ko-KR" altLang="en-US" sz="1000" dirty="0"/>
              <a:t>이해 제대로 했는지 나에게 먼저 설명해줘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049884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84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Theme</vt:lpstr>
      <vt:lpstr>커리어 메모리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커리어 메모리</dc:title>
  <dc:creator>mbc</dc:creator>
  <cp:lastModifiedBy>mbc</cp:lastModifiedBy>
  <cp:revision>2</cp:revision>
  <dcterms:created xsi:type="dcterms:W3CDTF">2026-10-06T07:34:22Z</dcterms:created>
  <dcterms:modified xsi:type="dcterms:W3CDTF">2026-10-06T10:03:28Z</dcterms:modified>
</cp:coreProperties>
</file>